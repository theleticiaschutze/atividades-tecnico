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Cairo"/>
      <p:regular r:id="rId17"/>
      <p:bold r:id="rId18"/>
    </p:embeddedFont>
    <p:embeddedFont>
      <p:font typeface="Space Grotesk Medium"/>
      <p:regular r:id="rId19"/>
      <p:bold r:id="rId20"/>
    </p:embeddedFont>
    <p:embeddedFont>
      <p:font typeface="PT Sans"/>
      <p:regular r:id="rId21"/>
      <p:bold r:id="rId22"/>
      <p:italic r:id="rId23"/>
      <p:boldItalic r:id="rId24"/>
    </p:embeddedFont>
    <p:embeddedFont>
      <p:font typeface="Space Grotesk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E3E91EA-A02A-4CD4-B29E-786247B71DDA}">
  <a:tblStyle styleId="{8E3E91EA-A02A-4CD4-B29E-786247B71D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Medium-bold.fntdata"/><Relationship Id="rId22" Type="http://schemas.openxmlformats.org/officeDocument/2006/relationships/font" Target="fonts/PTSans-bold.fntdata"/><Relationship Id="rId21" Type="http://schemas.openxmlformats.org/officeDocument/2006/relationships/font" Target="fonts/PTSans-regular.fntdata"/><Relationship Id="rId24" Type="http://schemas.openxmlformats.org/officeDocument/2006/relationships/font" Target="fonts/PTSans-boldItalic.fntdata"/><Relationship Id="rId23" Type="http://schemas.openxmlformats.org/officeDocument/2006/relationships/font" Target="fonts/PT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SpaceGrotesk-bold.fntdata"/><Relationship Id="rId25" Type="http://schemas.openxmlformats.org/officeDocument/2006/relationships/font" Target="fonts/SpaceGrotesk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aleway-regular.fntdata"/><Relationship Id="rId12" Type="http://schemas.openxmlformats.org/officeDocument/2006/relationships/slide" Target="slides/slide6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Cairo-regular.fntdata"/><Relationship Id="rId16" Type="http://schemas.openxmlformats.org/officeDocument/2006/relationships/font" Target="fonts/Raleway-boldItalic.fntdata"/><Relationship Id="rId19" Type="http://schemas.openxmlformats.org/officeDocument/2006/relationships/font" Target="fonts/SpaceGroteskMedium-regular.fntdata"/><Relationship Id="rId18" Type="http://schemas.openxmlformats.org/officeDocument/2006/relationships/font" Target="fonts/Cair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88c95b32d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88c95b32d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88c95b32d3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88c95b32d3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88c95b32d3_1_2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88c95b32d3_1_2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88c95b32d3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88c95b32d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88c95b32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88c95b32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713225" y="2205375"/>
            <a:ext cx="5257800" cy="16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solidFill>
                  <a:srgbClr val="2411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pic>
        <p:nvPicPr>
          <p:cNvPr id="17" name="Google Shape;1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1" name="Google Shape;21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" name="Google Shape;23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720000" y="1090229"/>
            <a:ext cx="7704000" cy="3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5" name="Google Shape;25;p4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26" name="Google Shape;26;p4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4911639" y="2679824"/>
            <a:ext cx="2424300" cy="15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1808050" y="2679824"/>
            <a:ext cx="2424300" cy="15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1808050" y="2244217"/>
            <a:ext cx="2424300" cy="44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4" type="subTitle"/>
          </p:nvPr>
        </p:nvSpPr>
        <p:spPr>
          <a:xfrm>
            <a:off x="4911639" y="2244217"/>
            <a:ext cx="2424300" cy="44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35" name="Google Shape;35;p5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36" name="Google Shape;36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37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" name="Google Shape;38;p5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39" name="Google Shape;39;p5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4" name="Google Shape;44;p6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45" name="Google Shape;45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Google Shape;46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" name="Google Shape;47;p6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48" name="Google Shape;48;p6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811975" y="829350"/>
            <a:ext cx="3993300" cy="9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" type="subTitle"/>
          </p:nvPr>
        </p:nvSpPr>
        <p:spPr>
          <a:xfrm>
            <a:off x="811975" y="1878550"/>
            <a:ext cx="39933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54" name="Google Shape;54;p7"/>
          <p:cNvSpPr/>
          <p:nvPr>
            <p:ph idx="2" type="pic"/>
          </p:nvPr>
        </p:nvSpPr>
        <p:spPr>
          <a:xfrm>
            <a:off x="5088475" y="770400"/>
            <a:ext cx="3081600" cy="3602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55" name="Google Shape;55;p7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56" name="Google Shape;56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" name="Google Shape;58;p7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59" name="Google Shape;59;p7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7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8"/>
          <p:cNvGrpSpPr/>
          <p:nvPr/>
        </p:nvGrpSpPr>
        <p:grpSpPr>
          <a:xfrm>
            <a:off x="10" y="0"/>
            <a:ext cx="9143991" cy="5143500"/>
            <a:chOff x="10" y="0"/>
            <a:chExt cx="9143991" cy="5143500"/>
          </a:xfrm>
        </p:grpSpPr>
        <p:pic>
          <p:nvPicPr>
            <p:cNvPr id="64" name="Google Shape;64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4416200" y="2886625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" name="Google Shape;66;p8"/>
          <p:cNvGrpSpPr/>
          <p:nvPr/>
        </p:nvGrpSpPr>
        <p:grpSpPr>
          <a:xfrm rot="756538">
            <a:off x="5159567" y="-1927047"/>
            <a:ext cx="4574157" cy="3479412"/>
            <a:chOff x="1522650" y="1117750"/>
            <a:chExt cx="4574075" cy="3479350"/>
          </a:xfrm>
        </p:grpSpPr>
        <p:sp>
          <p:nvSpPr>
            <p:cNvPr id="67" name="Google Shape;67;p8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8"/>
          <p:cNvSpPr txBox="1"/>
          <p:nvPr>
            <p:ph type="title"/>
          </p:nvPr>
        </p:nvSpPr>
        <p:spPr>
          <a:xfrm>
            <a:off x="3830000" y="17164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0" name="Google Shape;70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9"/>
          <p:cNvGrpSpPr/>
          <p:nvPr/>
        </p:nvGrpSpPr>
        <p:grpSpPr>
          <a:xfrm rot="756538">
            <a:off x="-714808" y="-2409347"/>
            <a:ext cx="4574157" cy="3479412"/>
            <a:chOff x="1522650" y="1117750"/>
            <a:chExt cx="4574075" cy="3479350"/>
          </a:xfrm>
        </p:grpSpPr>
        <p:sp>
          <p:nvSpPr>
            <p:cNvPr id="73" name="Google Shape;73;p9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9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" name="Google Shape;75;p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76" name="Google Shape;76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" name="Google Shape;78;p9"/>
          <p:cNvSpPr txBox="1"/>
          <p:nvPr>
            <p:ph type="title"/>
          </p:nvPr>
        </p:nvSpPr>
        <p:spPr>
          <a:xfrm>
            <a:off x="713225" y="1528900"/>
            <a:ext cx="4872900" cy="19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" type="subTitle"/>
          </p:nvPr>
        </p:nvSpPr>
        <p:spPr>
          <a:xfrm>
            <a:off x="713225" y="3640050"/>
            <a:ext cx="4872900" cy="4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 txBox="1"/>
          <p:nvPr>
            <p:ph type="title"/>
          </p:nvPr>
        </p:nvSpPr>
        <p:spPr>
          <a:xfrm>
            <a:off x="720000" y="4014450"/>
            <a:ext cx="5713200" cy="5727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4" name="Google Shape;84;p10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85" name="Google Shape;85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7" name="Google Shape;87;p10"/>
          <p:cNvGrpSpPr/>
          <p:nvPr/>
        </p:nvGrpSpPr>
        <p:grpSpPr>
          <a:xfrm>
            <a:off x="-896231" y="-2525369"/>
            <a:ext cx="11703669" cy="10221582"/>
            <a:chOff x="-896231" y="-2525369"/>
            <a:chExt cx="11703669" cy="10221582"/>
          </a:xfrm>
        </p:grpSpPr>
        <p:grpSp>
          <p:nvGrpSpPr>
            <p:cNvPr id="88" name="Google Shape;88;p10"/>
            <p:cNvGrpSpPr/>
            <p:nvPr/>
          </p:nvGrpSpPr>
          <p:grpSpPr>
            <a:xfrm flipH="1" rot="-10539848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89" name="Google Shape;89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" name="Google Shape;91;p10"/>
            <p:cNvGrpSpPr/>
            <p:nvPr/>
          </p:nvGrpSpPr>
          <p:grpSpPr>
            <a:xfrm>
              <a:off x="-896231" y="-2525369"/>
              <a:ext cx="4573618" cy="3479002"/>
              <a:chOff x="1522650" y="1117750"/>
              <a:chExt cx="4574075" cy="3479350"/>
            </a:xfrm>
          </p:grpSpPr>
          <p:sp>
            <p:nvSpPr>
              <p:cNvPr id="92" name="Google Shape;92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4" name="Google Shape;94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hasCustomPrompt="1" type="title"/>
          </p:nvPr>
        </p:nvSpPr>
        <p:spPr>
          <a:xfrm>
            <a:off x="4076350" y="2296400"/>
            <a:ext cx="3843300" cy="1085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7" name="Google Shape;97;p11"/>
          <p:cNvSpPr txBox="1"/>
          <p:nvPr>
            <p:ph idx="1" type="subTitle"/>
          </p:nvPr>
        </p:nvSpPr>
        <p:spPr>
          <a:xfrm>
            <a:off x="4076350" y="3426700"/>
            <a:ext cx="38433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98" name="Google Shape;9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hasCustomPrompt="1" idx="2" type="title"/>
          </p:nvPr>
        </p:nvSpPr>
        <p:spPr>
          <a:xfrm>
            <a:off x="720000" y="1480883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/>
          <p:nvPr>
            <p:ph hasCustomPrompt="1" idx="3" type="title"/>
          </p:nvPr>
        </p:nvSpPr>
        <p:spPr>
          <a:xfrm>
            <a:off x="720000" y="2990491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/>
          <p:nvPr>
            <p:ph hasCustomPrompt="1" idx="4" type="title"/>
          </p:nvPr>
        </p:nvSpPr>
        <p:spPr>
          <a:xfrm>
            <a:off x="3306000" y="1480883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/>
          <p:nvPr>
            <p:ph hasCustomPrompt="1" idx="5" type="title"/>
          </p:nvPr>
        </p:nvSpPr>
        <p:spPr>
          <a:xfrm>
            <a:off x="3306000" y="2990491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/>
          <p:nvPr>
            <p:ph hasCustomPrompt="1" idx="6" type="title"/>
          </p:nvPr>
        </p:nvSpPr>
        <p:spPr>
          <a:xfrm>
            <a:off x="5892000" y="1480883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/>
          <p:nvPr>
            <p:ph hasCustomPrompt="1" idx="7" type="title"/>
          </p:nvPr>
        </p:nvSpPr>
        <p:spPr>
          <a:xfrm>
            <a:off x="5892000" y="2990491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/>
          <p:nvPr>
            <p:ph idx="1" type="subTitle"/>
          </p:nvPr>
        </p:nvSpPr>
        <p:spPr>
          <a:xfrm>
            <a:off x="720000" y="2026450"/>
            <a:ext cx="25320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idx="8" type="subTitle"/>
          </p:nvPr>
        </p:nvSpPr>
        <p:spPr>
          <a:xfrm>
            <a:off x="3306000" y="2026450"/>
            <a:ext cx="25320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9" type="subTitle"/>
          </p:nvPr>
        </p:nvSpPr>
        <p:spPr>
          <a:xfrm>
            <a:off x="5892000" y="2026450"/>
            <a:ext cx="25320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13" type="subTitle"/>
          </p:nvPr>
        </p:nvSpPr>
        <p:spPr>
          <a:xfrm>
            <a:off x="720000" y="3544900"/>
            <a:ext cx="2532000" cy="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14" type="subTitle"/>
          </p:nvPr>
        </p:nvSpPr>
        <p:spPr>
          <a:xfrm>
            <a:off x="3306000" y="3544900"/>
            <a:ext cx="2532000" cy="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15" type="subTitle"/>
          </p:nvPr>
        </p:nvSpPr>
        <p:spPr>
          <a:xfrm>
            <a:off x="5892000" y="3544900"/>
            <a:ext cx="2532000" cy="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16" name="Google Shape;116;p13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117" name="Google Shape;117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9" name="Google Shape;119;p13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20" name="Google Shape;120;p13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1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25" name="Google Shape;125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14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28" name="Google Shape;128;p14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" name="Google Shape;130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5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134" name="Google Shape;134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" name="Google Shape;136;p15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37" name="Google Shape;137;p15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5"/>
          <p:cNvSpPr txBox="1"/>
          <p:nvPr>
            <p:ph type="title"/>
          </p:nvPr>
        </p:nvSpPr>
        <p:spPr>
          <a:xfrm>
            <a:off x="3889175" y="1000050"/>
            <a:ext cx="3205500" cy="10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0" name="Google Shape;140;p15"/>
          <p:cNvSpPr txBox="1"/>
          <p:nvPr>
            <p:ph idx="1" type="subTitle"/>
          </p:nvPr>
        </p:nvSpPr>
        <p:spPr>
          <a:xfrm>
            <a:off x="3889175" y="2131950"/>
            <a:ext cx="4185300" cy="20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  <p:sp>
        <p:nvSpPr>
          <p:cNvPr id="141" name="Google Shape;141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16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44" name="Google Shape;144;p1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" name="Google Shape;146;p16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47" name="Google Shape;147;p16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" name="Google Shape;149;p16"/>
          <p:cNvSpPr txBox="1"/>
          <p:nvPr>
            <p:ph type="title"/>
          </p:nvPr>
        </p:nvSpPr>
        <p:spPr>
          <a:xfrm>
            <a:off x="713225" y="707075"/>
            <a:ext cx="2345400" cy="97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0" name="Google Shape;150;p16"/>
          <p:cNvSpPr txBox="1"/>
          <p:nvPr>
            <p:ph idx="1" type="subTitle"/>
          </p:nvPr>
        </p:nvSpPr>
        <p:spPr>
          <a:xfrm>
            <a:off x="713225" y="1606775"/>
            <a:ext cx="2345400" cy="11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1" name="Google Shape;151;p16"/>
          <p:cNvSpPr/>
          <p:nvPr>
            <p:ph idx="2" type="pic"/>
          </p:nvPr>
        </p:nvSpPr>
        <p:spPr>
          <a:xfrm>
            <a:off x="5588500" y="539500"/>
            <a:ext cx="2801100" cy="4064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2" name="Google Shape;152;p16"/>
          <p:cNvSpPr/>
          <p:nvPr>
            <p:ph idx="3" type="pic"/>
          </p:nvPr>
        </p:nvSpPr>
        <p:spPr>
          <a:xfrm>
            <a:off x="3171450" y="539500"/>
            <a:ext cx="2304300" cy="2285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3" name="Google Shape;153;p16"/>
          <p:cNvSpPr/>
          <p:nvPr>
            <p:ph idx="4" type="pic"/>
          </p:nvPr>
        </p:nvSpPr>
        <p:spPr>
          <a:xfrm>
            <a:off x="3171450" y="2953775"/>
            <a:ext cx="2304300" cy="1650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4" name="Google Shape;154;p16"/>
          <p:cNvSpPr/>
          <p:nvPr>
            <p:ph idx="5" type="pic"/>
          </p:nvPr>
        </p:nvSpPr>
        <p:spPr>
          <a:xfrm>
            <a:off x="754400" y="2953775"/>
            <a:ext cx="2304300" cy="1650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5" name="Google Shape;155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2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17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158" name="Google Shape;158;p1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0" name="Google Shape;160;p17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61" name="Google Shape;161;p17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" name="Google Shape;163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4" name="Google Shape;164;p17"/>
          <p:cNvSpPr txBox="1"/>
          <p:nvPr>
            <p:ph idx="1" type="subTitle"/>
          </p:nvPr>
        </p:nvSpPr>
        <p:spPr>
          <a:xfrm>
            <a:off x="719975" y="1164450"/>
            <a:ext cx="3748800" cy="11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5" name="Google Shape;165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3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18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68" name="Google Shape;168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0" name="Google Shape;170;p18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71" name="Google Shape;171;p18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3" name="Google Shape;173;p18"/>
          <p:cNvSpPr txBox="1"/>
          <p:nvPr>
            <p:ph idx="1" type="subTitle"/>
          </p:nvPr>
        </p:nvSpPr>
        <p:spPr>
          <a:xfrm>
            <a:off x="719975" y="1393800"/>
            <a:ext cx="5015400" cy="22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4" name="Google Shape;174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5" name="Google Shape;175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78" name="Google Shape;178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0" name="Google Shape;180;p19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81" name="Google Shape;181;p19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4" name="Google Shape;184;p19"/>
          <p:cNvSpPr txBox="1"/>
          <p:nvPr>
            <p:ph idx="1" type="subTitle"/>
          </p:nvPr>
        </p:nvSpPr>
        <p:spPr>
          <a:xfrm>
            <a:off x="865525" y="2741725"/>
            <a:ext cx="2189400" cy="18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5" name="Google Shape;185;p19"/>
          <p:cNvSpPr txBox="1"/>
          <p:nvPr>
            <p:ph idx="2" type="subTitle"/>
          </p:nvPr>
        </p:nvSpPr>
        <p:spPr>
          <a:xfrm>
            <a:off x="3433873" y="2741725"/>
            <a:ext cx="2189400" cy="18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6" name="Google Shape;186;p19"/>
          <p:cNvSpPr txBox="1"/>
          <p:nvPr>
            <p:ph idx="3" type="subTitle"/>
          </p:nvPr>
        </p:nvSpPr>
        <p:spPr>
          <a:xfrm>
            <a:off x="6002228" y="2741725"/>
            <a:ext cx="2189400" cy="18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7" name="Google Shape;187;p19"/>
          <p:cNvSpPr txBox="1"/>
          <p:nvPr>
            <p:ph idx="4" type="subTitle"/>
          </p:nvPr>
        </p:nvSpPr>
        <p:spPr>
          <a:xfrm>
            <a:off x="865525" y="2046500"/>
            <a:ext cx="21894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8" name="Google Shape;188;p19"/>
          <p:cNvSpPr txBox="1"/>
          <p:nvPr>
            <p:ph idx="5" type="subTitle"/>
          </p:nvPr>
        </p:nvSpPr>
        <p:spPr>
          <a:xfrm>
            <a:off x="3433878" y="2046500"/>
            <a:ext cx="21894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9" name="Google Shape;189;p19"/>
          <p:cNvSpPr txBox="1"/>
          <p:nvPr>
            <p:ph idx="6" type="subTitle"/>
          </p:nvPr>
        </p:nvSpPr>
        <p:spPr>
          <a:xfrm>
            <a:off x="6002231" y="2046500"/>
            <a:ext cx="21894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0" name="Google Shape;190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20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193" name="Google Shape;193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5" name="Google Shape;195;p20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96" name="Google Shape;196;p20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" name="Google Shape;198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1225674" y="1659425"/>
            <a:ext cx="32187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0" name="Google Shape;200;p20"/>
          <p:cNvSpPr txBox="1"/>
          <p:nvPr>
            <p:ph idx="2" type="subTitle"/>
          </p:nvPr>
        </p:nvSpPr>
        <p:spPr>
          <a:xfrm>
            <a:off x="5052125" y="1659425"/>
            <a:ext cx="32187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1225674" y="3320000"/>
            <a:ext cx="32187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2" name="Google Shape;202;p20"/>
          <p:cNvSpPr txBox="1"/>
          <p:nvPr>
            <p:ph idx="4" type="subTitle"/>
          </p:nvPr>
        </p:nvSpPr>
        <p:spPr>
          <a:xfrm>
            <a:off x="5052125" y="3320000"/>
            <a:ext cx="32187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3" name="Google Shape;203;p20"/>
          <p:cNvSpPr txBox="1"/>
          <p:nvPr>
            <p:ph idx="5" type="subTitle"/>
          </p:nvPr>
        </p:nvSpPr>
        <p:spPr>
          <a:xfrm>
            <a:off x="1225675" y="1331675"/>
            <a:ext cx="32187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4" name="Google Shape;204;p20"/>
          <p:cNvSpPr txBox="1"/>
          <p:nvPr>
            <p:ph idx="6" type="subTitle"/>
          </p:nvPr>
        </p:nvSpPr>
        <p:spPr>
          <a:xfrm>
            <a:off x="1225675" y="2992275"/>
            <a:ext cx="32187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5" name="Google Shape;205;p20"/>
          <p:cNvSpPr txBox="1"/>
          <p:nvPr>
            <p:ph idx="7" type="subTitle"/>
          </p:nvPr>
        </p:nvSpPr>
        <p:spPr>
          <a:xfrm>
            <a:off x="5052099" y="1331675"/>
            <a:ext cx="32187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idx="8" type="subTitle"/>
          </p:nvPr>
        </p:nvSpPr>
        <p:spPr>
          <a:xfrm>
            <a:off x="5052099" y="2992275"/>
            <a:ext cx="32187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7" name="Google Shape;207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21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10" name="Google Shape;210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2" name="Google Shape;212;p21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213" name="Google Shape;213;p21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1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" name="Google Shape;215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" type="subTitle"/>
          </p:nvPr>
        </p:nvSpPr>
        <p:spPr>
          <a:xfrm>
            <a:off x="1162025" y="1656927"/>
            <a:ext cx="1975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2" type="subTitle"/>
          </p:nvPr>
        </p:nvSpPr>
        <p:spPr>
          <a:xfrm>
            <a:off x="3782975" y="1656925"/>
            <a:ext cx="1972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8" name="Google Shape;218;p21"/>
          <p:cNvSpPr txBox="1"/>
          <p:nvPr>
            <p:ph idx="3" type="subTitle"/>
          </p:nvPr>
        </p:nvSpPr>
        <p:spPr>
          <a:xfrm>
            <a:off x="1162025" y="3387221"/>
            <a:ext cx="1975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9" name="Google Shape;219;p21"/>
          <p:cNvSpPr txBox="1"/>
          <p:nvPr>
            <p:ph idx="4" type="subTitle"/>
          </p:nvPr>
        </p:nvSpPr>
        <p:spPr>
          <a:xfrm>
            <a:off x="3782975" y="3387221"/>
            <a:ext cx="1975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0" name="Google Shape;220;p21"/>
          <p:cNvSpPr txBox="1"/>
          <p:nvPr>
            <p:ph idx="5" type="subTitle"/>
          </p:nvPr>
        </p:nvSpPr>
        <p:spPr>
          <a:xfrm>
            <a:off x="6403925" y="1656927"/>
            <a:ext cx="1975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1" name="Google Shape;221;p21"/>
          <p:cNvSpPr txBox="1"/>
          <p:nvPr>
            <p:ph idx="6" type="subTitle"/>
          </p:nvPr>
        </p:nvSpPr>
        <p:spPr>
          <a:xfrm>
            <a:off x="6403925" y="3387221"/>
            <a:ext cx="1975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2" name="Google Shape;222;p21"/>
          <p:cNvSpPr txBox="1"/>
          <p:nvPr>
            <p:ph idx="7" type="subTitle"/>
          </p:nvPr>
        </p:nvSpPr>
        <p:spPr>
          <a:xfrm>
            <a:off x="1162025" y="1359241"/>
            <a:ext cx="1975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8" type="subTitle"/>
          </p:nvPr>
        </p:nvSpPr>
        <p:spPr>
          <a:xfrm>
            <a:off x="3782975" y="1359241"/>
            <a:ext cx="1972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4" name="Google Shape;224;p21"/>
          <p:cNvSpPr txBox="1"/>
          <p:nvPr>
            <p:ph idx="9" type="subTitle"/>
          </p:nvPr>
        </p:nvSpPr>
        <p:spPr>
          <a:xfrm>
            <a:off x="6403925" y="1359241"/>
            <a:ext cx="19728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13" type="subTitle"/>
          </p:nvPr>
        </p:nvSpPr>
        <p:spPr>
          <a:xfrm>
            <a:off x="1162025" y="3086317"/>
            <a:ext cx="1975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14" type="subTitle"/>
          </p:nvPr>
        </p:nvSpPr>
        <p:spPr>
          <a:xfrm>
            <a:off x="3782975" y="3086317"/>
            <a:ext cx="1972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idx="15" type="subTitle"/>
          </p:nvPr>
        </p:nvSpPr>
        <p:spPr>
          <a:xfrm>
            <a:off x="6403925" y="3086317"/>
            <a:ext cx="19728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8" name="Google Shape;228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/>
          <p:nvPr>
            <p:ph hasCustomPrompt="1" type="title"/>
          </p:nvPr>
        </p:nvSpPr>
        <p:spPr>
          <a:xfrm>
            <a:off x="1200575" y="2266166"/>
            <a:ext cx="2739300" cy="6675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1" name="Google Shape;231;p22"/>
          <p:cNvSpPr txBox="1"/>
          <p:nvPr>
            <p:ph idx="1" type="subTitle"/>
          </p:nvPr>
        </p:nvSpPr>
        <p:spPr>
          <a:xfrm>
            <a:off x="1200575" y="2948884"/>
            <a:ext cx="2739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32" name="Google Shape;232;p22"/>
          <p:cNvSpPr txBox="1"/>
          <p:nvPr>
            <p:ph hasCustomPrompt="1" idx="2" type="title"/>
          </p:nvPr>
        </p:nvSpPr>
        <p:spPr>
          <a:xfrm>
            <a:off x="1200575" y="977950"/>
            <a:ext cx="2739300" cy="6663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3" name="Google Shape;233;p22"/>
          <p:cNvSpPr txBox="1"/>
          <p:nvPr>
            <p:ph idx="3" type="subTitle"/>
          </p:nvPr>
        </p:nvSpPr>
        <p:spPr>
          <a:xfrm>
            <a:off x="1200575" y="1669422"/>
            <a:ext cx="27393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34" name="Google Shape;234;p22"/>
          <p:cNvSpPr txBox="1"/>
          <p:nvPr>
            <p:ph hasCustomPrompt="1" idx="4" type="title"/>
          </p:nvPr>
        </p:nvSpPr>
        <p:spPr>
          <a:xfrm>
            <a:off x="1200575" y="3555582"/>
            <a:ext cx="2739300" cy="6675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5" name="Google Shape;235;p22"/>
          <p:cNvSpPr txBox="1"/>
          <p:nvPr>
            <p:ph idx="5" type="subTitle"/>
          </p:nvPr>
        </p:nvSpPr>
        <p:spPr>
          <a:xfrm>
            <a:off x="1200575" y="4238300"/>
            <a:ext cx="2739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pic>
        <p:nvPicPr>
          <p:cNvPr id="236" name="Google Shape;236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 txBox="1"/>
          <p:nvPr>
            <p:ph type="title"/>
          </p:nvPr>
        </p:nvSpPr>
        <p:spPr>
          <a:xfrm>
            <a:off x="713225" y="747263"/>
            <a:ext cx="3281700" cy="9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0" name="Google Shape;240;p23"/>
          <p:cNvSpPr txBox="1"/>
          <p:nvPr>
            <p:ph idx="1" type="subTitle"/>
          </p:nvPr>
        </p:nvSpPr>
        <p:spPr>
          <a:xfrm>
            <a:off x="713225" y="1584449"/>
            <a:ext cx="3281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241" name="Google Shape;24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713225" y="3410538"/>
            <a:ext cx="32787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CREDITS:</a:t>
            </a:r>
            <a:r>
              <a:rPr lang="pt-BR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This presentation template was created by </a:t>
            </a:r>
            <a:r>
              <a:rPr b="1" lang="pt-BR" sz="1000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pt-BR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and includes icons by </a:t>
            </a:r>
            <a:r>
              <a:rPr b="1" lang="pt-BR" sz="1000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pt-BR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and infographics &amp; images by </a:t>
            </a:r>
            <a:r>
              <a:rPr b="1" lang="pt-BR" sz="1000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pt-BR" sz="1000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endParaRPr b="1" sz="1000" u="sng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43" name="Google Shape;243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2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46" name="Google Shape;246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8" name="Google Shape;248;p24"/>
          <p:cNvGrpSpPr/>
          <p:nvPr/>
        </p:nvGrpSpPr>
        <p:grpSpPr>
          <a:xfrm rot="756538">
            <a:off x="-1069833" y="-1842572"/>
            <a:ext cx="4574157" cy="3479412"/>
            <a:chOff x="1522650" y="1117750"/>
            <a:chExt cx="4574075" cy="3479350"/>
          </a:xfrm>
        </p:grpSpPr>
        <p:sp>
          <p:nvSpPr>
            <p:cNvPr id="249" name="Google Shape;249;p24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4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1" name="Google Shape;251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25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54" name="Google Shape;254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6" name="Google Shape;256;p25"/>
          <p:cNvGrpSpPr/>
          <p:nvPr/>
        </p:nvGrpSpPr>
        <p:grpSpPr>
          <a:xfrm>
            <a:off x="-1845124" y="-2180828"/>
            <a:ext cx="12652562" cy="9877041"/>
            <a:chOff x="-1845124" y="-2180828"/>
            <a:chExt cx="12652562" cy="9877041"/>
          </a:xfrm>
        </p:grpSpPr>
        <p:grpSp>
          <p:nvGrpSpPr>
            <p:cNvPr id="257" name="Google Shape;257;p25"/>
            <p:cNvGrpSpPr/>
            <p:nvPr/>
          </p:nvGrpSpPr>
          <p:grpSpPr>
            <a:xfrm>
              <a:off x="-1845124" y="-2180828"/>
              <a:ext cx="4574075" cy="3479350"/>
              <a:chOff x="1522650" y="1117750"/>
              <a:chExt cx="4574075" cy="3479350"/>
            </a:xfrm>
          </p:grpSpPr>
          <p:sp>
            <p:nvSpPr>
              <p:cNvPr id="258" name="Google Shape;258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0" name="Google Shape;260;p25"/>
            <p:cNvGrpSpPr/>
            <p:nvPr/>
          </p:nvGrpSpPr>
          <p:grpSpPr>
            <a:xfrm flipH="1" rot="-10539848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261" name="Google Shape;261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3" name="Google Shape;263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>
            <p:ph type="ctrTitle"/>
          </p:nvPr>
        </p:nvSpPr>
        <p:spPr>
          <a:xfrm>
            <a:off x="311700" y="1125150"/>
            <a:ext cx="8520600" cy="15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700"/>
              <a:t>Serviços de hospedagem</a:t>
            </a:r>
            <a:endParaRPr sz="5700"/>
          </a:p>
        </p:txBody>
      </p:sp>
      <p:sp>
        <p:nvSpPr>
          <p:cNvPr id="269" name="Google Shape;269;p26"/>
          <p:cNvSpPr txBox="1"/>
          <p:nvPr>
            <p:ph idx="1" type="subTitle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Para HTML, CSS e JavaScript</a:t>
            </a:r>
            <a:endParaRPr/>
          </a:p>
        </p:txBody>
      </p:sp>
      <p:sp>
        <p:nvSpPr>
          <p:cNvPr id="270" name="Google Shape;270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7"/>
          <p:cNvSpPr txBox="1"/>
          <p:nvPr>
            <p:ph type="title"/>
          </p:nvPr>
        </p:nvSpPr>
        <p:spPr>
          <a:xfrm>
            <a:off x="720000" y="445025"/>
            <a:ext cx="339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Neocities</a:t>
            </a:r>
            <a:endParaRPr/>
          </a:p>
        </p:txBody>
      </p:sp>
      <p:sp>
        <p:nvSpPr>
          <p:cNvPr id="276" name="Google Shape;276;p27"/>
          <p:cNvSpPr txBox="1"/>
          <p:nvPr>
            <p:ph idx="1" type="body"/>
          </p:nvPr>
        </p:nvSpPr>
        <p:spPr>
          <a:xfrm>
            <a:off x="2531575" y="763500"/>
            <a:ext cx="6334500" cy="43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Principais Recursos:</a:t>
            </a:r>
            <a:b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Serviço de Hospedagem estática, suporta HTML, CSS, Javascript, não suporta backend, oferece subdomínios gratuitos, 1GB de armazenamento e 200GB de bandwidth por mês no plano </a:t>
            </a:r>
            <a:r>
              <a:rPr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grátis</a:t>
            </a:r>
            <a:r>
              <a:rPr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editor de html na pagina, foco na comunidade, aprendizagem e de reviver o espírito da hospedagem gratuita do Geocities do final dos anos 90.</a:t>
            </a:r>
            <a:b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Limitações da versão free: </a:t>
            </a:r>
            <a:b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é possível  usar domínio próprio, 1GB (vs 50GB) 200GB de uso de banda (vs 3TB)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apenas indicado para sites estáticos.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Teste: https://diasdasemana.neocities.org/</a:t>
            </a:r>
            <a:endParaRPr sz="1600"/>
          </a:p>
        </p:txBody>
      </p:sp>
      <p:pic>
        <p:nvPicPr>
          <p:cNvPr id="277" name="Google Shape;27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175" y="3536151"/>
            <a:ext cx="1776400" cy="155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InfinityFree</a:t>
            </a:r>
            <a:endParaRPr/>
          </a:p>
        </p:txBody>
      </p:sp>
      <p:sp>
        <p:nvSpPr>
          <p:cNvPr id="284" name="Google Shape;284;p28"/>
          <p:cNvSpPr txBox="1"/>
          <p:nvPr>
            <p:ph idx="1" type="body"/>
          </p:nvPr>
        </p:nvSpPr>
        <p:spPr>
          <a:xfrm>
            <a:off x="720000" y="1090229"/>
            <a:ext cx="7704000" cy="3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Principais recursos e funcionalidades: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/>
              <a:t>Nomes de subdomínios gratuitos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/>
              <a:t>Serviço DNS gratuito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/>
              <a:t>Largura de banda ilimitada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/>
              <a:t>Certificados SSL grátis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/>
              <a:t>Suporte completo para .htaccess</a:t>
            </a:r>
            <a:endParaRPr/>
          </a:p>
        </p:txBody>
      </p:sp>
      <p:sp>
        <p:nvSpPr>
          <p:cNvPr id="285" name="Google Shape;285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86" name="Google Shape;286;p28" title="infinityfree_logo.jf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5600" y="609076"/>
            <a:ext cx="1062800" cy="106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"/>
          <p:cNvSpPr txBox="1"/>
          <p:nvPr>
            <p:ph type="title"/>
          </p:nvPr>
        </p:nvSpPr>
        <p:spPr>
          <a:xfrm>
            <a:off x="720000" y="7777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/>
              <a:t>Espaço de armazenamento disponível</a:t>
            </a:r>
            <a:endParaRPr b="1" sz="1200"/>
          </a:p>
        </p:txBody>
      </p:sp>
      <p:sp>
        <p:nvSpPr>
          <p:cNvPr id="292" name="Google Shape;292;p29"/>
          <p:cNvSpPr txBox="1"/>
          <p:nvPr>
            <p:ph idx="1" type="body"/>
          </p:nvPr>
        </p:nvSpPr>
        <p:spPr>
          <a:xfrm>
            <a:off x="720000" y="1090229"/>
            <a:ext cx="7704000" cy="3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/>
              <a:t>5 GB de espaço em disco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4" name="Google Shape;294;p29"/>
          <p:cNvSpPr txBox="1"/>
          <p:nvPr/>
        </p:nvSpPr>
        <p:spPr>
          <a:xfrm>
            <a:off x="720000" y="1655575"/>
            <a:ext cx="2893200" cy="18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Limitações da versão gratuita (não tem)</a:t>
            </a:r>
            <a:endParaRPr b="1"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</a:pPr>
            <a:r>
              <a:rPr lang="pt-BR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Migração Gratuita de Website</a:t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</a:pPr>
            <a:r>
              <a:rPr lang="pt-BR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Hits ilimitados</a:t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</a:pPr>
            <a:r>
              <a:rPr lang="pt-BR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Suporte MySQL remoto</a:t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</a:pPr>
            <a:r>
              <a:rPr lang="pt-BR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Tarefas Cron</a:t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95" name="Google Shape;295;p29"/>
          <p:cNvSpPr txBox="1"/>
          <p:nvPr/>
        </p:nvSpPr>
        <p:spPr>
          <a:xfrm>
            <a:off x="4179100" y="777725"/>
            <a:ext cx="3126300" cy="16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Linguagens adicionais suportadas pelo serviço</a:t>
            </a:r>
            <a:endParaRPr b="1"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</a:pPr>
            <a:r>
              <a:rPr lang="pt-BR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PHP — versão 8.3</a:t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</a:pPr>
            <a:r>
              <a:rPr lang="pt-BR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MySQL / MariaDB</a:t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Github pages</a:t>
            </a:r>
            <a:endParaRPr/>
          </a:p>
        </p:txBody>
      </p:sp>
      <p:sp>
        <p:nvSpPr>
          <p:cNvPr id="301" name="Google Shape;301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2" name="Google Shape;302;p30"/>
          <p:cNvSpPr txBox="1"/>
          <p:nvPr>
            <p:ph idx="1" type="subTitle"/>
          </p:nvPr>
        </p:nvSpPr>
        <p:spPr>
          <a:xfrm>
            <a:off x="1225675" y="1659425"/>
            <a:ext cx="7009500" cy="9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pt-BR"/>
              <a:t>“Fácil” de configurar depois que aprende!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pt-BR"/>
              <a:t>Domínio personalizado;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pt-BR"/>
              <a:t>Site de no máximo 1GB;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pt-BR"/>
              <a:t>Largura de banda de 100GB;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0"/>
          <p:cNvSpPr txBox="1"/>
          <p:nvPr>
            <p:ph idx="5" type="subTitle"/>
          </p:nvPr>
        </p:nvSpPr>
        <p:spPr>
          <a:xfrm>
            <a:off x="1225675" y="1331675"/>
            <a:ext cx="32187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Principais recursos</a:t>
            </a:r>
            <a:endParaRPr/>
          </a:p>
        </p:txBody>
      </p:sp>
      <p:sp>
        <p:nvSpPr>
          <p:cNvPr id="304" name="Google Shape;304;p30"/>
          <p:cNvSpPr txBox="1"/>
          <p:nvPr>
            <p:ph idx="1" type="subTitle"/>
          </p:nvPr>
        </p:nvSpPr>
        <p:spPr>
          <a:xfrm>
            <a:off x="1225675" y="3042125"/>
            <a:ext cx="7009500" cy="12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pt-BR"/>
              <a:t>É mais básico mas serve bem para sites estáticos como portfólios ou blogs;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pt-BR"/>
              <a:t>Suporta apenas HTML, CSS e JavaScript.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pt-BR"/>
              <a:t>Limitado aos termos de serviço do GitHub </a:t>
            </a:r>
            <a:r>
              <a:rPr lang="pt-BR"/>
              <a:t>- “restrições relativas a esquemas do tipo "enriqueça rápido", conteúdo sexualmente obsceno e atividade ou conteúdo violento ou ameaçador.”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0"/>
          <p:cNvSpPr txBox="1"/>
          <p:nvPr>
            <p:ph idx="5" type="subTitle"/>
          </p:nvPr>
        </p:nvSpPr>
        <p:spPr>
          <a:xfrm>
            <a:off x="1225675" y="2714375"/>
            <a:ext cx="32187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Pontos negativos</a:t>
            </a:r>
            <a:endParaRPr/>
          </a:p>
        </p:txBody>
      </p:sp>
      <p:pic>
        <p:nvPicPr>
          <p:cNvPr id="306" name="Google Shape;306;p30" title="favpng_acabd56e8d305bb483e7b8f174f152a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2075" y="0"/>
            <a:ext cx="1361925" cy="13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Comparando os servidores!</a:t>
            </a:r>
            <a:endParaRPr/>
          </a:p>
        </p:txBody>
      </p:sp>
      <p:graphicFrame>
        <p:nvGraphicFramePr>
          <p:cNvPr id="312" name="Google Shape;312;p31"/>
          <p:cNvGraphicFramePr/>
          <p:nvPr/>
        </p:nvGraphicFramePr>
        <p:xfrm>
          <a:off x="531450" y="128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{8E3E91EA-A02A-4CD4-B29E-786247B71DDA}</a:tableStyleId>
              </a:tblPr>
              <a:tblGrid>
                <a:gridCol w="1346850"/>
                <a:gridCol w="1346850"/>
                <a:gridCol w="1346850"/>
                <a:gridCol w="1346850"/>
                <a:gridCol w="1346850"/>
                <a:gridCol w="1346850"/>
              </a:tblGrid>
              <a:tr h="66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6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6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6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3" name="Google Shape;313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Migration Project Proposal by Slidesgo">
  <a:themeElements>
    <a:clrScheme name="Simple Light">
      <a:dk1>
        <a:srgbClr val="241160"/>
      </a:dk1>
      <a:lt1>
        <a:srgbClr val="FFFFFF"/>
      </a:lt1>
      <a:dk2>
        <a:srgbClr val="E2E4FC"/>
      </a:dk2>
      <a:lt2>
        <a:srgbClr val="8861F1"/>
      </a:lt2>
      <a:accent1>
        <a:srgbClr val="545EEA"/>
      </a:accent1>
      <a:accent2>
        <a:srgbClr val="0B9CDC"/>
      </a:accent2>
      <a:accent3>
        <a:srgbClr val="01CFE6"/>
      </a:accent3>
      <a:accent4>
        <a:srgbClr val="FFFFFF"/>
      </a:accent4>
      <a:accent5>
        <a:srgbClr val="FFFFFF"/>
      </a:accent5>
      <a:accent6>
        <a:srgbClr val="FFFFFF"/>
      </a:accent6>
      <a:hlink>
        <a:srgbClr val="24116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